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59" r:id="rId6"/>
    <p:sldId id="265" r:id="rId7"/>
    <p:sldId id="260" r:id="rId8"/>
    <p:sldId id="266" r:id="rId9"/>
    <p:sldId id="267" r:id="rId10"/>
    <p:sldId id="263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2AD9F3-221D-46E1-9D64-44243765C61E}" v="18" dt="2025-06-16T15:43:56.3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TAVARTHI VENKATA NAGA GANESH" userId="09302cfdbed1234a" providerId="LiveId" clId="{1E2AD9F3-221D-46E1-9D64-44243765C61E}"/>
    <pc:docChg chg="undo custSel addSld delSld modSld">
      <pc:chgData name="THATAVARTHI VENKATA NAGA GANESH" userId="09302cfdbed1234a" providerId="LiveId" clId="{1E2AD9F3-221D-46E1-9D64-44243765C61E}" dt="2025-06-16T15:50:33.350" v="667" actId="20577"/>
      <pc:docMkLst>
        <pc:docMk/>
      </pc:docMkLst>
      <pc:sldChg chg="modSp mod">
        <pc:chgData name="THATAVARTHI VENKATA NAGA GANESH" userId="09302cfdbed1234a" providerId="LiveId" clId="{1E2AD9F3-221D-46E1-9D64-44243765C61E}" dt="2025-06-16T15:37:53.523" v="413" actId="14100"/>
        <pc:sldMkLst>
          <pc:docMk/>
          <pc:sldMk cId="0" sldId="256"/>
        </pc:sldMkLst>
        <pc:spChg chg="mod">
          <ac:chgData name="THATAVARTHI VENKATA NAGA GANESH" userId="09302cfdbed1234a" providerId="LiveId" clId="{1E2AD9F3-221D-46E1-9D64-44243765C61E}" dt="2025-06-16T15:37:53.523" v="413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THATAVARTHI VENKATA NAGA GANESH" userId="09302cfdbed1234a" providerId="LiveId" clId="{1E2AD9F3-221D-46E1-9D64-44243765C61E}" dt="2025-06-16T15:39:00.488" v="477" actId="255"/>
        <pc:sldMkLst>
          <pc:docMk/>
          <pc:sldMk cId="0" sldId="258"/>
        </pc:sldMkLst>
        <pc:spChg chg="mod">
          <ac:chgData name="THATAVARTHI VENKATA NAGA GANESH" userId="09302cfdbed1234a" providerId="LiveId" clId="{1E2AD9F3-221D-46E1-9D64-44243765C61E}" dt="2025-06-16T15:39:00.488" v="477" actId="255"/>
          <ac:spMkLst>
            <pc:docMk/>
            <pc:sldMk cId="0" sldId="258"/>
            <ac:spMk id="2" creationId="{00000000-0000-0000-0000-000000000000}"/>
          </ac:spMkLst>
        </pc:spChg>
      </pc:sldChg>
      <pc:sldChg chg="addSp modSp mod">
        <pc:chgData name="THATAVARTHI VENKATA NAGA GANESH" userId="09302cfdbed1234a" providerId="LiveId" clId="{1E2AD9F3-221D-46E1-9D64-44243765C61E}" dt="2025-06-16T15:39:28.832" v="480" actId="255"/>
        <pc:sldMkLst>
          <pc:docMk/>
          <pc:sldMk cId="0" sldId="259"/>
        </pc:sldMkLst>
        <pc:spChg chg="mod">
          <ac:chgData name="THATAVARTHI VENKATA NAGA GANESH" userId="09302cfdbed1234a" providerId="LiveId" clId="{1E2AD9F3-221D-46E1-9D64-44243765C61E}" dt="2025-06-16T15:39:28.832" v="480" actId="255"/>
          <ac:spMkLst>
            <pc:docMk/>
            <pc:sldMk cId="0" sldId="259"/>
            <ac:spMk id="2" creationId="{00000000-0000-0000-0000-000000000000}"/>
          </ac:spMkLst>
        </pc:spChg>
        <pc:picChg chg="add mod">
          <ac:chgData name="THATAVARTHI VENKATA NAGA GANESH" userId="09302cfdbed1234a" providerId="LiveId" clId="{1E2AD9F3-221D-46E1-9D64-44243765C61E}" dt="2025-06-16T14:48:27.143" v="8" actId="14100"/>
          <ac:picMkLst>
            <pc:docMk/>
            <pc:sldMk cId="0" sldId="259"/>
            <ac:picMk id="5" creationId="{644433C6-96AC-CE9E-0F73-FBE4EAC3327A}"/>
          </ac:picMkLst>
        </pc:picChg>
      </pc:sldChg>
      <pc:sldChg chg="addSp delSp modSp mod">
        <pc:chgData name="THATAVARTHI VENKATA NAGA GANESH" userId="09302cfdbed1234a" providerId="LiveId" clId="{1E2AD9F3-221D-46E1-9D64-44243765C61E}" dt="2025-06-16T15:49:17.900" v="636" actId="1076"/>
        <pc:sldMkLst>
          <pc:docMk/>
          <pc:sldMk cId="0" sldId="260"/>
        </pc:sldMkLst>
        <pc:spChg chg="mod">
          <ac:chgData name="THATAVARTHI VENKATA NAGA GANESH" userId="09302cfdbed1234a" providerId="LiveId" clId="{1E2AD9F3-221D-46E1-9D64-44243765C61E}" dt="2025-06-16T15:40:34.028" v="487" actId="255"/>
          <ac:spMkLst>
            <pc:docMk/>
            <pc:sldMk cId="0" sldId="260"/>
            <ac:spMk id="2" creationId="{00000000-0000-0000-0000-000000000000}"/>
          </ac:spMkLst>
        </pc:spChg>
        <pc:spChg chg="mod">
          <ac:chgData name="THATAVARTHI VENKATA NAGA GANESH" userId="09302cfdbed1234a" providerId="LiveId" clId="{1E2AD9F3-221D-46E1-9D64-44243765C61E}" dt="2025-06-16T15:26:49.583" v="252" actId="113"/>
          <ac:spMkLst>
            <pc:docMk/>
            <pc:sldMk cId="0" sldId="260"/>
            <ac:spMk id="3" creationId="{00000000-0000-0000-0000-000000000000}"/>
          </ac:spMkLst>
        </pc:spChg>
        <pc:picChg chg="add del mod">
          <ac:chgData name="THATAVARTHI VENKATA NAGA GANESH" userId="09302cfdbed1234a" providerId="LiveId" clId="{1E2AD9F3-221D-46E1-9D64-44243765C61E}" dt="2025-06-16T15:14:20.226" v="133" actId="21"/>
          <ac:picMkLst>
            <pc:docMk/>
            <pc:sldMk cId="0" sldId="260"/>
            <ac:picMk id="5" creationId="{F5142ACA-DBC7-01F7-FA28-32DDAB197083}"/>
          </ac:picMkLst>
        </pc:picChg>
        <pc:picChg chg="add mod">
          <ac:chgData name="THATAVARTHI VENKATA NAGA GANESH" userId="09302cfdbed1234a" providerId="LiveId" clId="{1E2AD9F3-221D-46E1-9D64-44243765C61E}" dt="2025-06-16T15:49:17.900" v="636" actId="1076"/>
          <ac:picMkLst>
            <pc:docMk/>
            <pc:sldMk cId="0" sldId="260"/>
            <ac:picMk id="7" creationId="{319CC53C-0817-CDD4-BCCA-F08F4F6144F8}"/>
          </ac:picMkLst>
        </pc:picChg>
        <pc:picChg chg="add mod">
          <ac:chgData name="THATAVARTHI VENKATA NAGA GANESH" userId="09302cfdbed1234a" providerId="LiveId" clId="{1E2AD9F3-221D-46E1-9D64-44243765C61E}" dt="2025-06-16T15:24:15.994" v="202" actId="14100"/>
          <ac:picMkLst>
            <pc:docMk/>
            <pc:sldMk cId="0" sldId="260"/>
            <ac:picMk id="9" creationId="{B3A718BD-D605-2F50-5EC8-471047E6A0BE}"/>
          </ac:picMkLst>
        </pc:picChg>
      </pc:sldChg>
      <pc:sldChg chg="del">
        <pc:chgData name="THATAVARTHI VENKATA NAGA GANESH" userId="09302cfdbed1234a" providerId="LiveId" clId="{1E2AD9F3-221D-46E1-9D64-44243765C61E}" dt="2025-06-16T15:40:45.748" v="488" actId="2696"/>
        <pc:sldMkLst>
          <pc:docMk/>
          <pc:sldMk cId="0" sldId="261"/>
        </pc:sldMkLst>
      </pc:sldChg>
      <pc:sldChg chg="del">
        <pc:chgData name="THATAVARTHI VENKATA NAGA GANESH" userId="09302cfdbed1234a" providerId="LiveId" clId="{1E2AD9F3-221D-46E1-9D64-44243765C61E}" dt="2025-06-16T15:40:52.428" v="489" actId="2696"/>
        <pc:sldMkLst>
          <pc:docMk/>
          <pc:sldMk cId="0" sldId="262"/>
        </pc:sldMkLst>
      </pc:sldChg>
      <pc:sldChg chg="modSp mod">
        <pc:chgData name="THATAVARTHI VENKATA NAGA GANESH" userId="09302cfdbed1234a" providerId="LiveId" clId="{1E2AD9F3-221D-46E1-9D64-44243765C61E}" dt="2025-06-16T15:44:10.098" v="537" actId="14100"/>
        <pc:sldMkLst>
          <pc:docMk/>
          <pc:sldMk cId="0" sldId="263"/>
        </pc:sldMkLst>
        <pc:spChg chg="mod">
          <ac:chgData name="THATAVARTHI VENKATA NAGA GANESH" userId="09302cfdbed1234a" providerId="LiveId" clId="{1E2AD9F3-221D-46E1-9D64-44243765C61E}" dt="2025-06-16T15:44:10.098" v="537" actId="14100"/>
          <ac:spMkLst>
            <pc:docMk/>
            <pc:sldMk cId="0" sldId="263"/>
            <ac:spMk id="3" creationId="{00000000-0000-0000-0000-000000000000}"/>
          </ac:spMkLst>
        </pc:spChg>
      </pc:sldChg>
      <pc:sldChg chg="addSp modSp mod">
        <pc:chgData name="THATAVARTHI VENKATA NAGA GANESH" userId="09302cfdbed1234a" providerId="LiveId" clId="{1E2AD9F3-221D-46E1-9D64-44243765C61E}" dt="2025-06-16T15:48:03.960" v="632" actId="207"/>
        <pc:sldMkLst>
          <pc:docMk/>
          <pc:sldMk cId="0" sldId="264"/>
        </pc:sldMkLst>
        <pc:spChg chg="mod">
          <ac:chgData name="THATAVARTHI VENKATA NAGA GANESH" userId="09302cfdbed1234a" providerId="LiveId" clId="{1E2AD9F3-221D-46E1-9D64-44243765C61E}" dt="2025-06-16T15:44:42.815" v="552" actId="14100"/>
          <ac:spMkLst>
            <pc:docMk/>
            <pc:sldMk cId="0" sldId="264"/>
            <ac:spMk id="2" creationId="{00000000-0000-0000-0000-000000000000}"/>
          </ac:spMkLst>
        </pc:spChg>
        <pc:spChg chg="mod">
          <ac:chgData name="THATAVARTHI VENKATA NAGA GANESH" userId="09302cfdbed1234a" providerId="LiveId" clId="{1E2AD9F3-221D-46E1-9D64-44243765C61E}" dt="2025-06-16T15:45:30.438" v="556" actId="20577"/>
          <ac:spMkLst>
            <pc:docMk/>
            <pc:sldMk cId="0" sldId="264"/>
            <ac:spMk id="3" creationId="{00000000-0000-0000-0000-000000000000}"/>
          </ac:spMkLst>
        </pc:spChg>
        <pc:spChg chg="add mod">
          <ac:chgData name="THATAVARTHI VENKATA NAGA GANESH" userId="09302cfdbed1234a" providerId="LiveId" clId="{1E2AD9F3-221D-46E1-9D64-44243765C61E}" dt="2025-06-16T15:48:03.960" v="632" actId="207"/>
          <ac:spMkLst>
            <pc:docMk/>
            <pc:sldMk cId="0" sldId="264"/>
            <ac:spMk id="5" creationId="{65D627D0-97DF-B599-E455-23AF1CD6DF01}"/>
          </ac:spMkLst>
        </pc:spChg>
      </pc:sldChg>
      <pc:sldChg chg="addSp delSp modSp new mod">
        <pc:chgData name="THATAVARTHI VENKATA NAGA GANESH" userId="09302cfdbed1234a" providerId="LiveId" clId="{1E2AD9F3-221D-46E1-9D64-44243765C61E}" dt="2025-06-16T15:50:33.350" v="667" actId="20577"/>
        <pc:sldMkLst>
          <pc:docMk/>
          <pc:sldMk cId="1157426318" sldId="265"/>
        </pc:sldMkLst>
        <pc:spChg chg="mod">
          <ac:chgData name="THATAVARTHI VENKATA NAGA GANESH" userId="09302cfdbed1234a" providerId="LiveId" clId="{1E2AD9F3-221D-46E1-9D64-44243765C61E}" dt="2025-06-16T15:39:42.543" v="482" actId="113"/>
          <ac:spMkLst>
            <pc:docMk/>
            <pc:sldMk cId="1157426318" sldId="265"/>
            <ac:spMk id="2" creationId="{42EF9C23-9409-D5F7-6C38-BAD3DF8E7A3E}"/>
          </ac:spMkLst>
        </pc:spChg>
        <pc:spChg chg="del">
          <ac:chgData name="THATAVARTHI VENKATA NAGA GANESH" userId="09302cfdbed1234a" providerId="LiveId" clId="{1E2AD9F3-221D-46E1-9D64-44243765C61E}" dt="2025-06-16T14:57:29.391" v="18"/>
          <ac:spMkLst>
            <pc:docMk/>
            <pc:sldMk cId="1157426318" sldId="265"/>
            <ac:spMk id="3" creationId="{264A307A-EBF7-7F67-FEC0-CC70D98CD62E}"/>
          </ac:spMkLst>
        </pc:spChg>
        <pc:spChg chg="add mod">
          <ac:chgData name="THATAVARTHI VENKATA NAGA GANESH" userId="09302cfdbed1234a" providerId="LiveId" clId="{1E2AD9F3-221D-46E1-9D64-44243765C61E}" dt="2025-06-16T15:50:33.350" v="667" actId="20577"/>
          <ac:spMkLst>
            <pc:docMk/>
            <pc:sldMk cId="1157426318" sldId="265"/>
            <ac:spMk id="7" creationId="{FB58B31D-FA03-3BF2-F015-ABFE6F26984C}"/>
          </ac:spMkLst>
        </pc:spChg>
        <pc:picChg chg="add mod">
          <ac:chgData name="THATAVARTHI VENKATA NAGA GANESH" userId="09302cfdbed1234a" providerId="LiveId" clId="{1E2AD9F3-221D-46E1-9D64-44243765C61E}" dt="2025-06-16T14:57:43.158" v="21" actId="1076"/>
          <ac:picMkLst>
            <pc:docMk/>
            <pc:sldMk cId="1157426318" sldId="265"/>
            <ac:picMk id="5" creationId="{0C08604A-6B83-73A5-F8E4-6EEEF3BDECDB}"/>
          </ac:picMkLst>
        </pc:picChg>
      </pc:sldChg>
      <pc:sldChg chg="addSp delSp modSp new mod">
        <pc:chgData name="THATAVARTHI VENKATA NAGA GANESH" userId="09302cfdbed1234a" providerId="LiveId" clId="{1E2AD9F3-221D-46E1-9D64-44243765C61E}" dt="2025-06-16T15:49:47.009" v="639" actId="11529"/>
        <pc:sldMkLst>
          <pc:docMk/>
          <pc:sldMk cId="2641178932" sldId="266"/>
        </pc:sldMkLst>
        <pc:spChg chg="mod">
          <ac:chgData name="THATAVARTHI VENKATA NAGA GANESH" userId="09302cfdbed1234a" providerId="LiveId" clId="{1E2AD9F3-221D-46E1-9D64-44243765C61E}" dt="2025-06-16T15:25:47.849" v="211" actId="14100"/>
          <ac:spMkLst>
            <pc:docMk/>
            <pc:sldMk cId="2641178932" sldId="266"/>
            <ac:spMk id="2" creationId="{E7AA0240-70C1-8088-08B0-AF56B2A6F1DA}"/>
          </ac:spMkLst>
        </pc:spChg>
        <pc:spChg chg="mod">
          <ac:chgData name="THATAVARTHI VENKATA NAGA GANESH" userId="09302cfdbed1234a" providerId="LiveId" clId="{1E2AD9F3-221D-46E1-9D64-44243765C61E}" dt="2025-06-16T15:27:45.994" v="269" actId="27636"/>
          <ac:spMkLst>
            <pc:docMk/>
            <pc:sldMk cId="2641178932" sldId="266"/>
            <ac:spMk id="3" creationId="{E9CAFF35-E1D6-21FF-48B9-1690D0378501}"/>
          </ac:spMkLst>
        </pc:spChg>
        <pc:spChg chg="add del">
          <ac:chgData name="THATAVARTHI VENKATA NAGA GANESH" userId="09302cfdbed1234a" providerId="LiveId" clId="{1E2AD9F3-221D-46E1-9D64-44243765C61E}" dt="2025-06-16T15:49:47.009" v="639" actId="11529"/>
          <ac:spMkLst>
            <pc:docMk/>
            <pc:sldMk cId="2641178932" sldId="266"/>
            <ac:spMk id="7" creationId="{07466031-8CA9-233D-EE98-18891375D7F1}"/>
          </ac:spMkLst>
        </pc:spChg>
        <pc:picChg chg="add mod">
          <ac:chgData name="THATAVARTHI VENKATA NAGA GANESH" userId="09302cfdbed1234a" providerId="LiveId" clId="{1E2AD9F3-221D-46E1-9D64-44243765C61E}" dt="2025-06-16T15:49:28.359" v="637" actId="14100"/>
          <ac:picMkLst>
            <pc:docMk/>
            <pc:sldMk cId="2641178932" sldId="266"/>
            <ac:picMk id="5" creationId="{F1923498-8504-B152-366C-DFB28518EB5D}"/>
          </ac:picMkLst>
        </pc:picChg>
        <pc:picChg chg="add mod">
          <ac:chgData name="THATAVARTHI VENKATA NAGA GANESH" userId="09302cfdbed1234a" providerId="LiveId" clId="{1E2AD9F3-221D-46E1-9D64-44243765C61E}" dt="2025-06-16T15:24:35.835" v="206" actId="1076"/>
          <ac:picMkLst>
            <pc:docMk/>
            <pc:sldMk cId="2641178932" sldId="266"/>
            <ac:picMk id="6" creationId="{497655CE-CCC3-3595-8798-3AD20E604645}"/>
          </ac:picMkLst>
        </pc:picChg>
      </pc:sldChg>
      <pc:sldChg chg="addSp modSp new mod">
        <pc:chgData name="THATAVARTHI VENKATA NAGA GANESH" userId="09302cfdbed1234a" providerId="LiveId" clId="{1E2AD9F3-221D-46E1-9D64-44243765C61E}" dt="2025-06-16T15:30:46.010" v="280" actId="1076"/>
        <pc:sldMkLst>
          <pc:docMk/>
          <pc:sldMk cId="1479415308" sldId="267"/>
        </pc:sldMkLst>
        <pc:spChg chg="mod">
          <ac:chgData name="THATAVARTHI VENKATA NAGA GANESH" userId="09302cfdbed1234a" providerId="LiveId" clId="{1E2AD9F3-221D-46E1-9D64-44243765C61E}" dt="2025-06-16T15:25:35.085" v="209" actId="255"/>
          <ac:spMkLst>
            <pc:docMk/>
            <pc:sldMk cId="1479415308" sldId="267"/>
            <ac:spMk id="2" creationId="{98809AC6-4D22-91C9-5785-94CBA360A048}"/>
          </ac:spMkLst>
        </pc:spChg>
        <pc:spChg chg="mod">
          <ac:chgData name="THATAVARTHI VENKATA NAGA GANESH" userId="09302cfdbed1234a" providerId="LiveId" clId="{1E2AD9F3-221D-46E1-9D64-44243765C61E}" dt="2025-06-16T15:27:26.391" v="263" actId="20577"/>
          <ac:spMkLst>
            <pc:docMk/>
            <pc:sldMk cId="1479415308" sldId="267"/>
            <ac:spMk id="3" creationId="{916C0C9F-082A-30B2-FCDD-A89013E0F0A2}"/>
          </ac:spMkLst>
        </pc:spChg>
        <pc:picChg chg="add mod">
          <ac:chgData name="THATAVARTHI VENKATA NAGA GANESH" userId="09302cfdbed1234a" providerId="LiveId" clId="{1E2AD9F3-221D-46E1-9D64-44243765C61E}" dt="2025-06-16T15:30:46.010" v="280" actId="1076"/>
          <ac:picMkLst>
            <pc:docMk/>
            <pc:sldMk cId="1479415308" sldId="267"/>
            <ac:picMk id="4" creationId="{C1354464-824B-711A-52FC-E47B8942AC85}"/>
          </ac:picMkLst>
        </pc:picChg>
        <pc:picChg chg="add mod">
          <ac:chgData name="THATAVARTHI VENKATA NAGA GANESH" userId="09302cfdbed1234a" providerId="LiveId" clId="{1E2AD9F3-221D-46E1-9D64-44243765C61E}" dt="2025-06-16T15:30:42.431" v="279" actId="1076"/>
          <ac:picMkLst>
            <pc:docMk/>
            <pc:sldMk cId="1479415308" sldId="267"/>
            <ac:picMk id="6" creationId="{004DA7C2-B2EB-48B8-3B7E-294155F0CBA9}"/>
          </ac:picMkLst>
        </pc:picChg>
      </pc:sldChg>
      <pc:sldChg chg="addSp delSp modSp new mod">
        <pc:chgData name="THATAVARTHI VENKATA NAGA GANESH" userId="09302cfdbed1234a" providerId="LiveId" clId="{1E2AD9F3-221D-46E1-9D64-44243765C61E}" dt="2025-06-16T15:37:20.693" v="408" actId="1076"/>
        <pc:sldMkLst>
          <pc:docMk/>
          <pc:sldMk cId="3653378307" sldId="268"/>
        </pc:sldMkLst>
        <pc:spChg chg="add del mod">
          <ac:chgData name="THATAVARTHI VENKATA NAGA GANESH" userId="09302cfdbed1234a" providerId="LiveId" clId="{1E2AD9F3-221D-46E1-9D64-44243765C61E}" dt="2025-06-16T15:36:31.238" v="398"/>
          <ac:spMkLst>
            <pc:docMk/>
            <pc:sldMk cId="3653378307" sldId="268"/>
            <ac:spMk id="3" creationId="{A956AA16-7C71-F1AC-F376-48F7FB045CFA}"/>
          </ac:spMkLst>
        </pc:spChg>
        <pc:spChg chg="add mod">
          <ac:chgData name="THATAVARTHI VENKATA NAGA GANESH" userId="09302cfdbed1234a" providerId="LiveId" clId="{1E2AD9F3-221D-46E1-9D64-44243765C61E}" dt="2025-06-16T15:37:20.693" v="408" actId="1076"/>
          <ac:spMkLst>
            <pc:docMk/>
            <pc:sldMk cId="3653378307" sldId="268"/>
            <ac:spMk id="7" creationId="{860A6FA3-271B-A205-16CF-EFCF498D64B4}"/>
          </ac:spMkLst>
        </pc:spChg>
        <pc:picChg chg="add mod">
          <ac:chgData name="THATAVARTHI VENKATA NAGA GANESH" userId="09302cfdbed1234a" providerId="LiveId" clId="{1E2AD9F3-221D-46E1-9D64-44243765C61E}" dt="2025-06-16T15:36:54.482" v="403" actId="1076"/>
          <ac:picMkLst>
            <pc:docMk/>
            <pc:sldMk cId="3653378307" sldId="268"/>
            <ac:picMk id="5" creationId="{D7F640FB-890D-3CBE-D220-C719573CD63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865238" y="580104"/>
            <a:ext cx="7423356" cy="165182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Bookman Old Style" panose="02050604050505020204" pitchFamily="18" charset="0"/>
              </a:rPr>
              <a:t>Automating LinkedIn Connection Follow-up using Power Automate</a:t>
            </a:r>
            <a:endParaRPr sz="3600" b="1" dirty="0">
              <a:latin typeface="Bookman Old Style" panose="020506040505050202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98322" y="3446206"/>
            <a:ext cx="5761704" cy="11798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800" b="1" dirty="0"/>
              <a:t>Presented by:</a:t>
            </a:r>
            <a:r>
              <a:rPr sz="1800" dirty="0"/>
              <a:t> </a:t>
            </a:r>
            <a:r>
              <a:rPr lang="en-US" sz="1800" dirty="0"/>
              <a:t>THATAVARTHI . VENKATA NAGA GANESH</a:t>
            </a:r>
            <a:endParaRPr sz="1800" dirty="0"/>
          </a:p>
          <a:p>
            <a:pPr marL="0" indent="0">
              <a:buNone/>
            </a:pPr>
            <a:r>
              <a:rPr sz="1800" b="1" dirty="0"/>
              <a:t>Project Tool:</a:t>
            </a:r>
            <a:r>
              <a:rPr lang="en-US" sz="1800" b="1" dirty="0"/>
              <a:t> </a:t>
            </a:r>
            <a:r>
              <a:rPr sz="1800" b="1" dirty="0"/>
              <a:t> </a:t>
            </a:r>
            <a:r>
              <a:rPr sz="1800" dirty="0"/>
              <a:t>Microsoft Power Automate (Mobile &amp; Web)</a:t>
            </a:r>
            <a:endParaRPr lang="en-US" sz="1800" dirty="0"/>
          </a:p>
          <a:p>
            <a:pPr marL="0" indent="0">
              <a:buNone/>
            </a:pPr>
            <a:r>
              <a:rPr lang="en-IN" sz="1800" b="1" dirty="0" err="1"/>
              <a:t>Linkedin</a:t>
            </a:r>
            <a:r>
              <a:rPr lang="en-IN" sz="1800" b="1" dirty="0"/>
              <a:t> : </a:t>
            </a:r>
            <a:r>
              <a:rPr lang="en-IN" sz="1800" dirty="0"/>
              <a:t>t-v-n-ganesh28</a:t>
            </a:r>
            <a:endParaRPr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FF805C-7AE1-564A-B8F1-E6C67EDAD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148" y="2582808"/>
            <a:ext cx="2641194" cy="26411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F640FB-890D-3CBE-D220-C719573CD6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168" y="41887"/>
            <a:ext cx="6957663" cy="644678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0A6FA3-271B-A205-16CF-EFCF498D64B4}"/>
              </a:ext>
            </a:extLst>
          </p:cNvPr>
          <p:cNvSpPr txBox="1"/>
          <p:nvPr/>
        </p:nvSpPr>
        <p:spPr>
          <a:xfrm>
            <a:off x="240890" y="663055"/>
            <a:ext cx="2177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sz="1800" b="1" i="0" u="sng" dirty="0">
                <a:solidFill>
                  <a:schemeClr val="accent5"/>
                </a:solidFill>
                <a:effectLst/>
                <a:latin typeface="ui-sans-serif"/>
              </a:rPr>
              <a:t>Workflow Diagram</a:t>
            </a:r>
          </a:p>
        </p:txBody>
      </p:sp>
    </p:spTree>
    <p:extLst>
      <p:ext uri="{BB962C8B-B14F-4D97-AF65-F5344CB8AC3E}">
        <p14:creationId xmlns:p14="http://schemas.microsoft.com/office/powerpoint/2010/main" val="3653378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148" y="-1"/>
            <a:ext cx="4257368" cy="1278195"/>
          </a:xfrm>
        </p:spPr>
        <p:txBody>
          <a:bodyPr>
            <a:normAutofit/>
          </a:bodyPr>
          <a:lstStyle/>
          <a:p>
            <a:pPr algn="l"/>
            <a:r>
              <a:rPr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7"/>
            <a:ext cx="3485535" cy="47085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2000" dirty="0">
                <a:solidFill>
                  <a:schemeClr val="accent5"/>
                </a:solidFill>
              </a:rPr>
              <a:t> Objective</a:t>
            </a:r>
            <a:r>
              <a:rPr sz="2000" dirty="0"/>
              <a:t>: Automate follow-up communication with new LinkedIn connections.</a:t>
            </a:r>
            <a:endParaRPr lang="en-US" sz="2000" dirty="0"/>
          </a:p>
          <a:p>
            <a:pPr marL="0" indent="0">
              <a:buNone/>
            </a:pPr>
            <a:r>
              <a:rPr sz="2000" dirty="0">
                <a:solidFill>
                  <a:schemeClr val="accent5"/>
                </a:solidFill>
              </a:rPr>
              <a:t>Platform Used</a:t>
            </a:r>
            <a:r>
              <a:rPr sz="2000" dirty="0"/>
              <a:t>: Microsoft Power Automate (with Excel, Outlook, and Mobile Notification).</a:t>
            </a:r>
          </a:p>
          <a:p>
            <a:pPr marL="0" indent="0">
              <a:buNone/>
            </a:pPr>
            <a:r>
              <a:rPr lang="en-US" sz="2000" dirty="0"/>
              <a:t>We may enter data manually by using Power Automate App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93CB07B-74AF-742E-EF11-6C1F36EAB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792" y="265521"/>
            <a:ext cx="3489008" cy="632695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490"/>
            <a:ext cx="8229600" cy="1329148"/>
          </a:xfrm>
        </p:spPr>
        <p:txBody>
          <a:bodyPr>
            <a:normAutofit/>
          </a:bodyPr>
          <a:lstStyle/>
          <a:p>
            <a:r>
              <a:rPr lang="en-US" sz="3200" b="1" dirty="0"/>
              <a:t>Automate entered Data in Excel</a:t>
            </a:r>
            <a:endParaRPr sz="3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38866"/>
            <a:ext cx="4670323" cy="5530644"/>
          </a:xfrm>
        </p:spPr>
        <p:txBody>
          <a:bodyPr>
            <a:normAutofit/>
          </a:bodyPr>
          <a:lstStyle/>
          <a:p>
            <a:r>
              <a:rPr lang="en-US" sz="2100" b="1" dirty="0"/>
              <a:t>Manual Data Entry</a:t>
            </a:r>
          </a:p>
          <a:p>
            <a:r>
              <a:rPr lang="en-US" sz="2100" dirty="0"/>
              <a:t>Trigger: Flow begins when a user </a:t>
            </a:r>
            <a:r>
              <a:rPr lang="en-US" sz="2100" b="1" dirty="0"/>
              <a:t>manually enters new LinkedIn connection details</a:t>
            </a:r>
            <a:r>
              <a:rPr lang="en-US" sz="2100" dirty="0"/>
              <a:t> via Power Automate mobile app.</a:t>
            </a:r>
          </a:p>
          <a:p>
            <a:r>
              <a:rPr lang="en-US" sz="2100" dirty="0"/>
              <a:t>Data fields entered:</a:t>
            </a:r>
          </a:p>
          <a:p>
            <a:pPr lvl="1"/>
            <a:r>
              <a:rPr lang="en-US" sz="2100" dirty="0"/>
              <a:t>Name</a:t>
            </a:r>
          </a:p>
          <a:p>
            <a:pPr lvl="1"/>
            <a:r>
              <a:rPr lang="en-US" sz="2100" dirty="0"/>
              <a:t>Email</a:t>
            </a:r>
          </a:p>
          <a:p>
            <a:pPr lvl="1"/>
            <a:r>
              <a:rPr lang="en-US" sz="2100" dirty="0"/>
              <a:t>Company</a:t>
            </a:r>
          </a:p>
          <a:p>
            <a:pPr lvl="1"/>
            <a:r>
              <a:rPr lang="en-US" sz="2100" dirty="0"/>
              <a:t>Location</a:t>
            </a:r>
          </a:p>
          <a:p>
            <a:pPr lvl="1"/>
            <a:r>
              <a:rPr lang="en-US" sz="2100" dirty="0"/>
              <a:t>Position</a:t>
            </a:r>
          </a:p>
          <a:p>
            <a:pPr lvl="1"/>
            <a:r>
              <a:rPr lang="en-US" sz="2100" dirty="0"/>
              <a:t>Date of Connection</a:t>
            </a:r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61D699-4625-784D-B4FF-396ADF7755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994" y="2694038"/>
            <a:ext cx="5835918" cy="31561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b="1" dirty="0"/>
              <a:t>Automated Email to Connection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1987"/>
            <a:ext cx="2718619" cy="4484176"/>
          </a:xfrm>
        </p:spPr>
        <p:txBody>
          <a:bodyPr/>
          <a:lstStyle/>
          <a:p>
            <a:r>
              <a:rPr lang="en-US" sz="1800" b="1" dirty="0"/>
              <a:t>Automated Email to Connection</a:t>
            </a:r>
          </a:p>
          <a:p>
            <a:r>
              <a:rPr lang="en-US" sz="1800" dirty="0"/>
              <a:t>After data entry:</a:t>
            </a:r>
          </a:p>
          <a:p>
            <a:r>
              <a:rPr lang="en-US" sz="1800" dirty="0"/>
              <a:t>An automated email is sent to the LinkedIn connection.</a:t>
            </a:r>
          </a:p>
          <a:p>
            <a:r>
              <a:rPr lang="en-US" sz="1800" dirty="0"/>
              <a:t>Purpose: To express interest in </a:t>
            </a:r>
            <a:r>
              <a:rPr lang="en-US" sz="1800" b="1" dirty="0"/>
              <a:t>job opportunities</a:t>
            </a:r>
            <a:r>
              <a:rPr lang="en-US" sz="1800" dirty="0"/>
              <a:t> at their company.</a:t>
            </a:r>
            <a:br>
              <a:rPr lang="en-US" dirty="0"/>
            </a:b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4433C6-96AC-CE9E-0F73-FBE4EAC33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7703" y="1307691"/>
            <a:ext cx="4244352" cy="46998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F9C23-9409-D5F7-6C38-BAD3DF8E7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23" y="274638"/>
            <a:ext cx="2271251" cy="1143000"/>
          </a:xfrm>
        </p:spPr>
        <p:txBody>
          <a:bodyPr/>
          <a:lstStyle/>
          <a:p>
            <a:r>
              <a:rPr lang="en-US" sz="3200" b="1" dirty="0"/>
              <a:t>Approve</a:t>
            </a:r>
            <a:r>
              <a:rPr lang="en-US" dirty="0"/>
              <a:t> 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08604A-6B83-73A5-F8E4-6EEEF3BDEC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08081" y="1324897"/>
            <a:ext cx="3565310" cy="4525963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58B31D-FA03-3BF2-F015-ABFE6F26984C}"/>
              </a:ext>
            </a:extLst>
          </p:cNvPr>
          <p:cNvSpPr txBox="1"/>
          <p:nvPr/>
        </p:nvSpPr>
        <p:spPr>
          <a:xfrm>
            <a:off x="265471" y="1715604"/>
            <a:ext cx="3942735" cy="40164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600"/>
              </a:spcAft>
              <a:buNone/>
            </a:pPr>
            <a:r>
              <a:rPr lang="en-US" b="1" i="0" dirty="0">
                <a:effectLst/>
                <a:latin typeface="ui-sans-serif"/>
              </a:rPr>
              <a:t>Approval Response Screen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Depending Upon the Reply Message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ui-sans-serif"/>
              </a:rPr>
              <a:t>I can select one option</a:t>
            </a:r>
            <a:endParaRPr lang="en-US" b="0" i="0" dirty="0">
              <a:effectLst/>
              <a:latin typeface="ui-sans-serif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Allows adding optional comments.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Three action buttons: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 </a:t>
            </a:r>
            <a:r>
              <a:rPr lang="en-US" b="1" i="0" dirty="0">
                <a:effectLst/>
                <a:latin typeface="ui-sans-serif"/>
              </a:rPr>
              <a:t>Replied to my request</a:t>
            </a:r>
            <a:endParaRPr lang="en-US" b="0" i="0" dirty="0">
              <a:effectLst/>
              <a:latin typeface="ui-sans-serif"/>
            </a:endParaRP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 </a:t>
            </a:r>
            <a:r>
              <a:rPr lang="en-US" b="1" i="0" dirty="0">
                <a:effectLst/>
                <a:latin typeface="ui-sans-serif"/>
              </a:rPr>
              <a:t>Not Replied to my request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effectLst/>
                <a:latin typeface="ui-sans-serif"/>
              </a:rPr>
              <a:t> Leave </a:t>
            </a:r>
            <a:endParaRPr lang="en-US" b="0" i="0" dirty="0">
              <a:effectLst/>
              <a:latin typeface="ui-sans-serif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effectLst/>
                <a:latin typeface="ui-sans-serif"/>
              </a:rPr>
              <a:t>User’s choice drives the next action in the Power Automate flow.</a:t>
            </a:r>
          </a:p>
        </p:txBody>
      </p:sp>
    </p:spTree>
    <p:extLst>
      <p:ext uri="{BB962C8B-B14F-4D97-AF65-F5344CB8AC3E}">
        <p14:creationId xmlns:p14="http://schemas.microsoft.com/office/powerpoint/2010/main" val="1157426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/>
              <a:t>Response</a:t>
            </a:r>
            <a:r>
              <a:rPr b="1" dirty="0"/>
              <a:t> </a:t>
            </a:r>
            <a:r>
              <a:rPr sz="3200" b="1" dirty="0"/>
              <a:t>Handling</a:t>
            </a:r>
            <a:r>
              <a:rPr b="1" dirty="0"/>
              <a:t> </a:t>
            </a:r>
            <a:r>
              <a:rPr sz="3200" b="1" dirty="0"/>
              <a:t>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8" y="1600200"/>
            <a:ext cx="4493342" cy="4525963"/>
          </a:xfrm>
        </p:spPr>
        <p:txBody>
          <a:bodyPr>
            <a:normAutofit/>
          </a:bodyPr>
          <a:lstStyle/>
          <a:p>
            <a:r>
              <a:rPr lang="en-US" sz="1700" b="1" dirty="0"/>
              <a:t>Case 1: If They Reply</a:t>
            </a:r>
            <a:br>
              <a:rPr lang="en-US" sz="1700" dirty="0"/>
            </a:br>
            <a:endParaRPr lang="en-US" sz="1700" dirty="0"/>
          </a:p>
          <a:p>
            <a:r>
              <a:rPr lang="en-US" sz="1700" dirty="0"/>
              <a:t>The recipient has responded positively to the email sent.</a:t>
            </a:r>
          </a:p>
          <a:p>
            <a:r>
              <a:rPr lang="en-US" sz="1700" dirty="0"/>
              <a:t>Actions performed by the flow:</a:t>
            </a:r>
          </a:p>
          <a:p>
            <a:pPr marL="457200" lvl="1" indent="0">
              <a:buNone/>
            </a:pPr>
            <a:r>
              <a:rPr lang="en-US" sz="1700" dirty="0"/>
              <a:t>✅ The current time is recorded to log the response time.</a:t>
            </a:r>
          </a:p>
          <a:p>
            <a:pPr marL="457200" lvl="1" indent="0">
              <a:buNone/>
            </a:pPr>
            <a:r>
              <a:rPr lang="en-US" sz="1700" dirty="0"/>
              <a:t>📥 The response message is saved for documentation or follow-up.</a:t>
            </a:r>
          </a:p>
          <a:p>
            <a:pPr marL="457200" lvl="1" indent="0">
              <a:buNone/>
            </a:pPr>
            <a:r>
              <a:rPr lang="en-US" sz="1700" dirty="0"/>
              <a:t>📱 A mobile notification is sent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9CC53C-0817-CDD4-BCCA-F08F4F614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566" y="1533092"/>
            <a:ext cx="3927990" cy="46397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3A718BD-D605-2F50-5EC8-471047E6A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 flipV="1">
            <a:off x="221225" y="4960848"/>
            <a:ext cx="3927988" cy="13478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A0240-70C1-8088-08B0-AF56B2A6F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417638"/>
          </a:xfrm>
        </p:spPr>
        <p:txBody>
          <a:bodyPr>
            <a:normAutofit/>
          </a:bodyPr>
          <a:lstStyle/>
          <a:p>
            <a:r>
              <a:rPr lang="en-IN" sz="3200" dirty="0"/>
              <a:t>Response Handling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AFF35-E1D6-21FF-48B9-1690D0378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417639"/>
            <a:ext cx="3731341" cy="4009768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Case 2 – If No Reply After 7 Days</a:t>
            </a:r>
          </a:p>
          <a:p>
            <a:r>
              <a:rPr lang="en-US" b="1" dirty="0"/>
              <a:t>Title</a:t>
            </a:r>
            <a:r>
              <a:rPr lang="en-US" dirty="0"/>
              <a:t>: If No Reply After 7 Days</a:t>
            </a:r>
            <a:br>
              <a:rPr lang="en-US" dirty="0"/>
            </a:br>
            <a:endParaRPr lang="en-US" dirty="0"/>
          </a:p>
          <a:p>
            <a:r>
              <a:rPr lang="en-US" dirty="0"/>
              <a:t>The recipient did not respond within 7 days.</a:t>
            </a:r>
          </a:p>
          <a:p>
            <a:r>
              <a:rPr lang="en-US" dirty="0"/>
              <a:t>Actions performed by the flow:</a:t>
            </a:r>
          </a:p>
          <a:p>
            <a:pPr marL="457200" lvl="1" indent="0">
              <a:buNone/>
            </a:pPr>
            <a:r>
              <a:rPr lang="en-US" dirty="0"/>
              <a:t>🕒 The current time is captured to track the 7-day threshold.</a:t>
            </a:r>
          </a:p>
          <a:p>
            <a:pPr marL="457200" lvl="1" indent="0">
              <a:buNone/>
            </a:pPr>
            <a:r>
              <a:rPr lang="en-US" dirty="0"/>
              <a:t>⏳ A condition is triggered indicating that no reply was received.</a:t>
            </a:r>
          </a:p>
          <a:p>
            <a:pPr marL="457200" lvl="1" indent="0">
              <a:buNone/>
            </a:pPr>
            <a:r>
              <a:rPr lang="en-US" dirty="0"/>
              <a:t>📱 A mobile notification is sent</a:t>
            </a: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923498-8504-B152-366C-DFB28518E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28" y="1417639"/>
            <a:ext cx="4219756" cy="47422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97655CE-CCC3-3595-8798-3AD20E604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 flipH="1" flipV="1">
            <a:off x="363794" y="5106506"/>
            <a:ext cx="3446207" cy="1182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178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09AC6-4D22-91C9-5785-94CBA360A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Response Handling Logic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6C0C9F-082A-30B2-FCDD-A89013E0F0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19200"/>
            <a:ext cx="3711677" cy="4139381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Case 3: No Hiring Process</a:t>
            </a:r>
            <a:br>
              <a:rPr lang="en-US" b="1" dirty="0"/>
            </a:br>
            <a:r>
              <a:rPr lang="en-US" b="1" dirty="0"/>
              <a:t>The recipient replied indicating that their </a:t>
            </a:r>
            <a:r>
              <a:rPr lang="en-US" dirty="0"/>
              <a:t>company is not currently hiring.</a:t>
            </a:r>
          </a:p>
          <a:p>
            <a:r>
              <a:rPr lang="en-US" dirty="0"/>
              <a:t>Actions performed by the flow:</a:t>
            </a:r>
          </a:p>
          <a:p>
            <a:pPr marL="457200" lvl="1" indent="0">
              <a:buNone/>
            </a:pPr>
            <a:r>
              <a:rPr lang="en-US" dirty="0"/>
              <a:t>🗒️ The response is recorded with a note mentioning "No hiring process."</a:t>
            </a:r>
          </a:p>
          <a:p>
            <a:pPr marL="457200" lvl="1" indent="0">
              <a:buNone/>
            </a:pPr>
            <a:r>
              <a:rPr lang="en-US" dirty="0"/>
              <a:t>📱 A mobile notification is sent</a:t>
            </a:r>
            <a:br>
              <a:rPr lang="en-US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354464-824B-711A-52FC-E47B8942A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H="1" flipV="1">
            <a:off x="457200" y="4965742"/>
            <a:ext cx="3446207" cy="118255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4DA7C2-B2EB-48B8-3B7E-294155F0C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517" y="1417638"/>
            <a:ext cx="4168877" cy="473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415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Benefits of the Automation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658" y="1600199"/>
            <a:ext cx="8480322" cy="4702277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Benefits of the Automated LinkedIn Connection Flow</a:t>
            </a:r>
          </a:p>
          <a:p>
            <a:r>
              <a:rPr lang="en-US" dirty="0"/>
              <a:t>✅ </a:t>
            </a:r>
            <a:r>
              <a:rPr lang="en-US" b="1" dirty="0"/>
              <a:t>Saves time</a:t>
            </a:r>
            <a:r>
              <a:rPr lang="en-US" dirty="0"/>
              <a:t> in tracking responses manually.</a:t>
            </a:r>
          </a:p>
          <a:p>
            <a:r>
              <a:rPr lang="en-US" dirty="0"/>
              <a:t>🎯 </a:t>
            </a:r>
            <a:r>
              <a:rPr lang="en-US" b="1" dirty="0"/>
              <a:t>Maintains a professional approach</a:t>
            </a:r>
            <a:r>
              <a:rPr lang="en-US" dirty="0"/>
              <a:t> to job exploration.</a:t>
            </a:r>
          </a:p>
          <a:p>
            <a:r>
              <a:rPr lang="en-US" dirty="0"/>
              <a:t>📊 </a:t>
            </a:r>
            <a:r>
              <a:rPr lang="en-US" b="1" dirty="0"/>
              <a:t>Keeps all connection data centralized</a:t>
            </a:r>
            <a:r>
              <a:rPr lang="en-US" dirty="0"/>
              <a:t> in Excel for easy access and analysis.</a:t>
            </a:r>
          </a:p>
          <a:p>
            <a:r>
              <a:rPr lang="en-US" dirty="0"/>
              <a:t>📱 </a:t>
            </a:r>
            <a:r>
              <a:rPr lang="en-US" b="1" dirty="0"/>
              <a:t>Sends real-time mobile notifications</a:t>
            </a:r>
            <a:r>
              <a:rPr lang="en-US" dirty="0"/>
              <a:t> for key updates.</a:t>
            </a:r>
          </a:p>
          <a:p>
            <a:r>
              <a:rPr lang="en-US" dirty="0"/>
              <a:t>🔁 </a:t>
            </a:r>
            <a:r>
              <a:rPr lang="en-US" b="1" dirty="0"/>
              <a:t>Automates repetitive tasks</a:t>
            </a:r>
            <a:r>
              <a:rPr lang="en-US" dirty="0"/>
              <a:t>, reducing human error.</a:t>
            </a:r>
          </a:p>
          <a:p>
            <a:r>
              <a:rPr lang="en-US" dirty="0"/>
              <a:t>🧠 </a:t>
            </a:r>
            <a:r>
              <a:rPr lang="en-US" b="1" dirty="0"/>
              <a:t>Improves follow-up decisions</a:t>
            </a:r>
            <a:r>
              <a:rPr lang="en-US" dirty="0"/>
              <a:t> based on response status (replied, not replied, no hiring).</a:t>
            </a:r>
          </a:p>
          <a:p>
            <a:r>
              <a:rPr lang="en-US" dirty="0"/>
              <a:t>📩 </a:t>
            </a:r>
            <a:r>
              <a:rPr lang="en-US" b="1" dirty="0"/>
              <a:t>Ensures timely communication</a:t>
            </a:r>
            <a:r>
              <a:rPr lang="en-US" dirty="0"/>
              <a:t> with potential employers.</a:t>
            </a:r>
          </a:p>
          <a:p>
            <a:r>
              <a:rPr lang="en-US" dirty="0"/>
              <a:t>📁 </a:t>
            </a:r>
            <a:r>
              <a:rPr lang="en-US" b="1" dirty="0"/>
              <a:t>Maintains a record</a:t>
            </a:r>
            <a:r>
              <a:rPr lang="en-US" dirty="0"/>
              <a:t> of interactions and outcomes for future reference.</a:t>
            </a:r>
          </a:p>
          <a:p>
            <a:r>
              <a:rPr lang="en-US" dirty="0"/>
              <a:t>🌐 </a:t>
            </a:r>
            <a:r>
              <a:rPr lang="en-US" b="1" dirty="0"/>
              <a:t>Works seamlessly across devices</a:t>
            </a:r>
            <a:r>
              <a:rPr lang="en-US" dirty="0"/>
              <a:t> (mobile, desktop).</a:t>
            </a:r>
          </a:p>
          <a:p>
            <a:r>
              <a:rPr lang="en-US" dirty="0"/>
              <a:t>🕒 </a:t>
            </a:r>
            <a:r>
              <a:rPr lang="en-US" b="1" dirty="0"/>
              <a:t>Improves productivity</a:t>
            </a:r>
            <a:r>
              <a:rPr lang="en-US" dirty="0"/>
              <a:t> by freeing up time for other job search efforts.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98090"/>
            <a:ext cx="8229600" cy="719548"/>
          </a:xfrm>
        </p:spPr>
        <p:txBody>
          <a:bodyPr>
            <a:normAutofit/>
          </a:bodyPr>
          <a:lstStyle/>
          <a:p>
            <a:r>
              <a:rPr sz="3200" b="1" dirty="0"/>
              <a:t>Conclusion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093974" cy="1828800"/>
          </a:xfrm>
        </p:spPr>
        <p:txBody>
          <a:bodyPr>
            <a:normAutofit fontScale="62500" lnSpcReduction="20000"/>
          </a:bodyPr>
          <a:lstStyle/>
          <a:p>
            <a:r>
              <a:rPr dirty="0"/>
              <a:t>Efficient for job-seeking professionals and network managers.</a:t>
            </a:r>
          </a:p>
          <a:p>
            <a:r>
              <a:rPr dirty="0"/>
              <a:t> Future Scope:</a:t>
            </a:r>
          </a:p>
          <a:p>
            <a:r>
              <a:rPr dirty="0"/>
              <a:t> Automate resume sharing.</a:t>
            </a:r>
          </a:p>
          <a:p>
            <a:r>
              <a:rPr dirty="0"/>
              <a:t> Add LinkedIn scraping to auto-fill details.</a:t>
            </a:r>
          </a:p>
          <a:p>
            <a:r>
              <a:rPr dirty="0"/>
              <a:t> Track analytics of response rates.</a:t>
            </a:r>
            <a:endParaRPr lang="en-US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5D627D0-97DF-B599-E455-23AF1CD6DF01}"/>
              </a:ext>
            </a:extLst>
          </p:cNvPr>
          <p:cNvSpPr txBox="1"/>
          <p:nvPr/>
        </p:nvSpPr>
        <p:spPr>
          <a:xfrm>
            <a:off x="5176684" y="4934633"/>
            <a:ext cx="36428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0" dirty="0">
                <a:effectLst/>
                <a:latin typeface="ui-sans-serif"/>
              </a:rPr>
              <a:t>Presented By:</a:t>
            </a:r>
            <a:br>
              <a:rPr lang="en-IN" dirty="0"/>
            </a:br>
            <a:r>
              <a:rPr lang="en-IN" b="1" i="0" dirty="0" err="1">
                <a:solidFill>
                  <a:srgbClr val="FF0000"/>
                </a:solidFill>
                <a:effectLst/>
                <a:latin typeface="ui-sans-serif"/>
              </a:rPr>
              <a:t>Thatavarthi</a:t>
            </a:r>
            <a:r>
              <a:rPr lang="en-IN" b="1" i="0" dirty="0">
                <a:solidFill>
                  <a:srgbClr val="FF0000"/>
                </a:solidFill>
                <a:effectLst/>
                <a:latin typeface="ui-sans-serif"/>
              </a:rPr>
              <a:t> </a:t>
            </a:r>
            <a:r>
              <a:rPr lang="en-IN" b="1" dirty="0">
                <a:solidFill>
                  <a:srgbClr val="FF0000"/>
                </a:solidFill>
                <a:latin typeface="ui-sans-serif"/>
              </a:rPr>
              <a:t>. Venkata Naga </a:t>
            </a:r>
            <a:r>
              <a:rPr lang="en-IN" b="1" i="0" dirty="0">
                <a:solidFill>
                  <a:srgbClr val="FF0000"/>
                </a:solidFill>
                <a:effectLst/>
                <a:latin typeface="ui-sans-serif"/>
              </a:rPr>
              <a:t>Ganesh</a:t>
            </a:r>
          </a:p>
          <a:p>
            <a:r>
              <a:rPr lang="en-IN" b="1" dirty="0">
                <a:solidFill>
                  <a:srgbClr val="FF0000"/>
                </a:solidFill>
                <a:latin typeface="ui-sans-serif"/>
              </a:rPr>
              <a:t>S/o  </a:t>
            </a:r>
            <a:r>
              <a:rPr lang="en-IN" b="1" dirty="0" err="1">
                <a:solidFill>
                  <a:srgbClr val="FF0000"/>
                </a:solidFill>
                <a:latin typeface="ui-sans-serif"/>
              </a:rPr>
              <a:t>T.Satyanarayana</a:t>
            </a:r>
            <a:endParaRPr lang="en-IN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531</Words>
  <Application>Microsoft Office PowerPoint</Application>
  <PresentationFormat>On-screen Show (4:3)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Bookman Old Style</vt:lpstr>
      <vt:lpstr>Calibri</vt:lpstr>
      <vt:lpstr>ui-sans-serif</vt:lpstr>
      <vt:lpstr>Office Theme</vt:lpstr>
      <vt:lpstr>Automating LinkedIn Connection Follow-up using Power Automate</vt:lpstr>
      <vt:lpstr>PowerPoint Presentation</vt:lpstr>
      <vt:lpstr>Project Overview</vt:lpstr>
      <vt:lpstr>Automate entered Data in Excel</vt:lpstr>
      <vt:lpstr>Automated Email to Connection</vt:lpstr>
      <vt:lpstr>Approve </vt:lpstr>
      <vt:lpstr>Response Handling Logic</vt:lpstr>
      <vt:lpstr>Response Handling Logic</vt:lpstr>
      <vt:lpstr>Response Handling Logic</vt:lpstr>
      <vt:lpstr>Benefits of the Automation</vt:lpstr>
      <vt:lpstr>Conclusion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THATAVARTHI VENKATA NAGA GANESH</cp:lastModifiedBy>
  <cp:revision>2</cp:revision>
  <dcterms:created xsi:type="dcterms:W3CDTF">2013-01-27T09:14:16Z</dcterms:created>
  <dcterms:modified xsi:type="dcterms:W3CDTF">2025-06-16T15:50:40Z</dcterms:modified>
  <cp:category/>
</cp:coreProperties>
</file>